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5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57" d="100"/>
          <a:sy n="57" d="100"/>
        </p:scale>
        <p:origin x="66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D2EC70-4613-5821-E440-33A578A5F3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6CD88B4-6FE7-B20B-1823-5F275680C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0A9375-7E34-E6C2-B2A1-2F81A7DF3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07CE01-807E-6F6D-8F8D-CB440C593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95009E-04D5-5739-3D3F-A1DD23429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2646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A8511F-8AEF-132A-EFDB-72E5694FF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B345C6-5AD2-9F71-B9BC-8588B89A8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957D3DE-3E0D-141E-F710-B10E83E52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D2527C-F341-01C6-28F6-3D246ECFB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40DB26-C00A-A1F1-D252-62FB1C5A1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4544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22CCEA-9549-048A-C336-5B12C5EA6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547E35-2E9F-0DAB-AA6D-B8DFB8FBA6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ED4916-BE75-C392-64A8-0A85714B6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B7D83A-F05A-4649-CC51-A22E2A309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61B00F-8141-8537-68B7-65A877A79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41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65F1D5-A9C3-AA43-A7CD-91B52365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EAB19F-D698-9115-2C83-8552EFEDFE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5D70CC0-E318-2843-5A5D-5FBA3D57F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D9004AE-67F6-5216-C786-9A6E010EE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A783515-56E2-A3D4-9E6B-A59171B3F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1E9F80-B6EA-50F2-BBD0-D5BD43CD5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902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037277-7EB7-F695-1934-2E33C2DF2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56A844C-9A94-D4A5-FF94-A993E90D3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6EDE3A6-EF42-B4BB-56FB-C3CA8E5FD3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7104A4-98E3-3868-8331-636E69C03D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93697EA-88EA-78AE-81CC-3D203ED4F5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86AE161-6576-39B7-10FE-F14BDB155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762F06B-F9F5-D7E8-C805-72AF26DB9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FC9A399-8258-9149-587D-CD1A0782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3661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CB4BF-062A-0DC0-C43A-E84C5410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D06EF02-D8D4-5EFD-D7BE-7E1BBD56A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BF18BD-FDB3-F309-338C-BE4DAEDB2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87C1CD4-63C5-562F-B04A-3CA440BF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4725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FC43E06-6384-7DA1-ADC6-3C76213B0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BFD25F3-2CE2-BB99-6109-982EA15C2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9E53E0-8B37-33CA-F155-368E6D13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529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C44894-163B-75F7-C113-0250B6406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EBE53C-577C-3529-53A6-939F0CB9C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2C1F26E-71DD-3E62-162F-644C2E0D72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E33E40-7FCF-A67D-B8F8-49087EA5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C45E56F-9049-8B6B-1236-B2D9C48DD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C0F70F6-A3E3-A517-8489-4788E0105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254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CBCB1-9528-08D7-46F6-832C5D3BD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562805-BD72-928B-6164-0806039C1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722660-3708-1748-35DE-EB1929FA94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BEB59B-2947-220F-3A03-4DB5AA77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183BD1-B8B9-A2D6-B0BB-E019122BD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10BA5B0-1A89-8E0A-50DD-29E51C98C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3806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7C794B-F5FA-5AC9-1F84-57E4DA804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C1F1164-19B6-9EF9-516F-697D4EE81C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1810AD-9378-7923-4F44-89BD3206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862885-9F3D-B445-2C02-28A6A46CE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5D7516-23C5-AA0B-1CC9-CE5A80892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677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0E3CFC4-A539-B682-13EE-2C9B26D9E0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A389CB1-51BB-F5D2-3FC0-BE4D7A69E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A11DCC-C8A1-29CC-A219-06A8B09E4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660A5A-0A45-081F-0A75-227873DAA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AD5959-CDE7-4325-C094-42C24DCD1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031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8CF379E-34EA-7E57-B155-36FE37A82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7B0A9A9-AEB5-863A-4F2B-326B449DF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D9A03F-0E82-9EAF-A6C2-BE26239304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93F80F-02C0-4327-B5BE-9ACF7DFE4B9B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51730-684E-B3F6-1383-1B805D82D1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0E4F1-28B2-90A0-86D2-BA655E699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23243E-BFCE-4DFA-B66C-083958A49F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1376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59E76A-60B1-EFB6-A261-D07C46D01B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612" y="207963"/>
            <a:ext cx="8749553" cy="1392237"/>
          </a:xfrm>
        </p:spPr>
        <p:txBody>
          <a:bodyPr/>
          <a:lstStyle/>
          <a:p>
            <a:r>
              <a:rPr lang="de-DE" b="1" dirty="0"/>
              <a:t>Titel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0D157EF-77CA-5693-E0D0-C536F2C902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9553" y="1922929"/>
            <a:ext cx="9538447" cy="3334871"/>
          </a:xfrm>
        </p:spPr>
        <p:txBody>
          <a:bodyPr>
            <a:normAutofit lnSpcReduction="10000"/>
          </a:bodyPr>
          <a:lstStyle/>
          <a:p>
            <a:r>
              <a:rPr lang="de-DE" b="1" dirty="0">
                <a:effectLst/>
              </a:rPr>
              <a:t>Projekt: </a:t>
            </a:r>
            <a:r>
              <a:rPr lang="de-DE" dirty="0">
                <a:effectLst/>
              </a:rPr>
              <a:t>Familienkonto‑Datenbank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Thema: </a:t>
            </a:r>
            <a:r>
              <a:rPr lang="de-DE" dirty="0">
                <a:effectLst/>
              </a:rPr>
              <a:t>Verwaltung von Benutzern, Konten &amp; Transaktionen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Ziel: </a:t>
            </a:r>
            <a:r>
              <a:rPr lang="de-DE" dirty="0">
                <a:effectLst/>
              </a:rPr>
              <a:t>Vorstellung des Datenbankmodells und Projektablaufs</a:t>
            </a:r>
          </a:p>
          <a:p>
            <a:endParaRPr lang="de-DE" dirty="0">
              <a:effectLst/>
            </a:endParaRPr>
          </a:p>
          <a:p>
            <a:r>
              <a:rPr lang="de-DE" b="1" dirty="0">
                <a:effectLst/>
              </a:rPr>
              <a:t>Erstellt von:</a:t>
            </a:r>
            <a:r>
              <a:rPr lang="de-DE" dirty="0">
                <a:effectLst/>
              </a:rPr>
              <a:t> …….</a:t>
            </a:r>
          </a:p>
          <a:p>
            <a:r>
              <a:rPr lang="de-DE" b="1" dirty="0"/>
              <a:t>Datum:…..</a:t>
            </a:r>
            <a:endParaRPr lang="de-DE" b="1" dirty="0">
              <a:effectLst/>
            </a:endParaRP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451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E65859-C48E-E332-35C1-A06ED8B0E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Einleitung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D9A261-2A7E-ED0F-BA48-D1B6145A4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>
                <a:effectLst/>
              </a:rPr>
              <a:t>Projektumfeld:</a:t>
            </a:r>
            <a:r>
              <a:rPr lang="de-DE" dirty="0">
                <a:effectLst/>
              </a:rPr>
              <a:t> Umschulung Fachinformatik / Datenbanken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Projektauslöser:</a:t>
            </a:r>
            <a:r>
              <a:rPr lang="de-DE" dirty="0">
                <a:effectLst/>
              </a:rPr>
              <a:t> Bedarf an transparenter Finanzverwaltung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Projektziel:</a:t>
            </a:r>
            <a:r>
              <a:rPr lang="de-DE" dirty="0">
                <a:effectLst/>
              </a:rPr>
              <a:t> Strukturierte Datenbank zur Verwaltung von Familie, Konten &amp; Transaktionen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1567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18BBD-8D69-C787-46F2-5A1D1E10E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Planung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814214-B52D-23E3-1928-75B92DE10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>
                <a:effectLst/>
              </a:rPr>
              <a:t>Zeitplanung:</a:t>
            </a:r>
            <a:r>
              <a:rPr lang="de-DE" dirty="0">
                <a:effectLst/>
              </a:rPr>
              <a:t> Analyse, Entwurf, Implementierung, Tests, Dokumentation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IST‑Analyse:</a:t>
            </a:r>
            <a:r>
              <a:rPr lang="de-DE" dirty="0">
                <a:effectLst/>
              </a:rPr>
              <a:t> Keine vorhandene Struktur, manuelle Verwaltung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SOLL‑Konzept:</a:t>
            </a:r>
            <a:r>
              <a:rPr lang="de-DE" dirty="0">
                <a:effectLst/>
              </a:rPr>
              <a:t> Klare Entitäten &amp; Beziehungen, Erweiterbarkeit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5346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989C0A-1945-2090-7D94-42215BF21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ER‑Modell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F8C531-79F1-DF5A-B384-94A2967A2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>
                <a:effectLst/>
              </a:rPr>
              <a:t>Kurze Erklärung der wichtigsten Tabellen: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b="1" dirty="0">
                <a:effectLst/>
              </a:rPr>
              <a:t>Familie</a:t>
            </a:r>
            <a:r>
              <a:rPr lang="de-DE" dirty="0">
                <a:effectLst/>
              </a:rPr>
              <a:t> – Gruppiert Benutzer</a:t>
            </a:r>
            <a:endParaRPr lang="de-DE" dirty="0"/>
          </a:p>
          <a:p>
            <a:r>
              <a:rPr lang="de-DE" b="1" dirty="0">
                <a:effectLst/>
              </a:rPr>
              <a:t>Benutzer</a:t>
            </a:r>
            <a:r>
              <a:rPr lang="de-DE" dirty="0">
                <a:effectLst/>
              </a:rPr>
              <a:t> – Personen</a:t>
            </a:r>
            <a:endParaRPr lang="de-DE" dirty="0"/>
          </a:p>
          <a:p>
            <a:r>
              <a:rPr lang="de-DE" b="1" dirty="0">
                <a:effectLst/>
              </a:rPr>
              <a:t>Konto</a:t>
            </a:r>
            <a:r>
              <a:rPr lang="de-DE" dirty="0">
                <a:effectLst/>
              </a:rPr>
              <a:t> – Finanzkonten</a:t>
            </a:r>
            <a:endParaRPr lang="de-DE" dirty="0"/>
          </a:p>
          <a:p>
            <a:r>
              <a:rPr lang="de-DE" b="1" dirty="0" err="1">
                <a:effectLst/>
              </a:rPr>
              <a:t>Ben_Konto</a:t>
            </a:r>
            <a:r>
              <a:rPr lang="de-DE" dirty="0">
                <a:effectLst/>
              </a:rPr>
              <a:t> – Zuordnung Benutzer ↔ Konto</a:t>
            </a:r>
            <a:endParaRPr lang="de-DE" dirty="0"/>
          </a:p>
          <a:p>
            <a:r>
              <a:rPr lang="de-DE" b="1" dirty="0">
                <a:effectLst/>
              </a:rPr>
              <a:t>Transaktion</a:t>
            </a:r>
            <a:r>
              <a:rPr lang="de-DE" dirty="0">
                <a:effectLst/>
              </a:rPr>
              <a:t> – Buchungen</a:t>
            </a:r>
            <a:endParaRPr lang="de-DE" dirty="0"/>
          </a:p>
          <a:p>
            <a:r>
              <a:rPr lang="de-DE" b="1" dirty="0" err="1">
                <a:effectLst/>
              </a:rPr>
              <a:t>Art_transf</a:t>
            </a:r>
            <a:r>
              <a:rPr lang="de-DE" dirty="0">
                <a:effectLst/>
              </a:rPr>
              <a:t> – Art der Transaktion</a:t>
            </a:r>
            <a:endParaRPr lang="de-DE" dirty="0"/>
          </a:p>
          <a:p>
            <a:r>
              <a:rPr lang="de-DE" b="1" dirty="0">
                <a:effectLst/>
              </a:rPr>
              <a:t>Kategorie</a:t>
            </a:r>
            <a:r>
              <a:rPr lang="de-DE" dirty="0">
                <a:effectLst/>
              </a:rPr>
              <a:t> – Klassifizierung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6887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AC4C25-FC74-FE40-57A0-4724C5E3B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Durchführung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73440-ACF1-3751-ED6A-FCD5D159F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>
                <a:effectLst/>
              </a:rPr>
              <a:t>Entwurf:</a:t>
            </a:r>
            <a:r>
              <a:rPr lang="de-DE" dirty="0">
                <a:effectLst/>
              </a:rPr>
              <a:t> Erstellung des ER‑Modells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Implementierung:</a:t>
            </a:r>
            <a:r>
              <a:rPr lang="de-DE" dirty="0">
                <a:effectLst/>
              </a:rPr>
              <a:t> SQL‑Tabellen, Fremdschlüssel, Datentypen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Tests:</a:t>
            </a:r>
            <a:r>
              <a:rPr lang="de-DE" dirty="0">
                <a:effectLst/>
              </a:rPr>
              <a:t> Einfügen von Testdaten, Prüfung der Beziehungen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Probleme &amp; Lösungen:</a:t>
            </a:r>
            <a:r>
              <a:rPr lang="de-DE" dirty="0">
                <a:effectLst/>
              </a:rPr>
              <a:t> n:m‑Beziehungen, Kategorisierung, Transaktionsarten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2390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94FEFE-59F5-DD80-43D0-A9B9C78D6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Relation-Model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D6F8E8-667D-5CB0-F34C-CF98AABAB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8640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FECC5E-069A-6771-42BA-044FEBBD8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ER‑Modell</a:t>
            </a:r>
            <a:endParaRPr lang="de-DE" dirty="0"/>
          </a:p>
        </p:txBody>
      </p:sp>
      <p:pic>
        <p:nvPicPr>
          <p:cNvPr id="4" name="Inhaltsplatzhalter 3" descr="budget_relmodell.png">
            <a:extLst>
              <a:ext uri="{FF2B5EF4-FFF2-40B4-BE49-F238E27FC236}">
                <a16:creationId xmlns:a16="http://schemas.microsoft.com/office/drawing/2014/main" id="{F4474953-C720-7D09-99B8-E965AE0ABC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45977" y="1798265"/>
            <a:ext cx="580661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178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D26E3D-40C8-FE98-74EB-B26767856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Abschluss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50BB43-3080-C3B9-A427-C9711C4A4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>
                <a:effectLst/>
              </a:rPr>
              <a:t>Zeitvergleich:</a:t>
            </a:r>
            <a:r>
              <a:rPr lang="de-DE" dirty="0">
                <a:effectLst/>
              </a:rPr>
              <a:t> Planung weitgehend eingehalten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Fazit:</a:t>
            </a:r>
            <a:r>
              <a:rPr lang="de-DE" dirty="0">
                <a:effectLst/>
              </a:rPr>
              <a:t> Funktionales, erweiterbares Datenbankmodell</a:t>
            </a:r>
          </a:p>
          <a:p>
            <a:endParaRPr lang="de-DE" dirty="0"/>
          </a:p>
          <a:p>
            <a:r>
              <a:rPr lang="de-DE" b="1" dirty="0">
                <a:effectLst/>
              </a:rPr>
              <a:t>Ausblick:</a:t>
            </a:r>
            <a:r>
              <a:rPr lang="de-DE" dirty="0">
                <a:effectLst/>
              </a:rPr>
              <a:t> Budgetplanung, Statistiken, Web‑Frontend möglich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0010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9FBAA6-92B9-0023-B7D7-7C8C65DE0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C5B058-8746-DEA7-5160-784453CF3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6593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</Words>
  <Application>Microsoft Office PowerPoint</Application>
  <PresentationFormat>Breitbild</PresentationFormat>
  <Paragraphs>47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Titel</vt:lpstr>
      <vt:lpstr>Einleitung</vt:lpstr>
      <vt:lpstr>Planung</vt:lpstr>
      <vt:lpstr>ER‑Modell</vt:lpstr>
      <vt:lpstr>Durchführung</vt:lpstr>
      <vt:lpstr>Relation-Model</vt:lpstr>
      <vt:lpstr>ER‑Modell</vt:lpstr>
      <vt:lpstr>Abschluss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Tesfaledet Yemane Kifle</dc:creator>
  <cp:lastModifiedBy>Tesfaledet Yemane Kifle</cp:lastModifiedBy>
  <cp:revision>2</cp:revision>
  <dcterms:created xsi:type="dcterms:W3CDTF">2026-07-08T10:56:07Z</dcterms:created>
  <dcterms:modified xsi:type="dcterms:W3CDTF">2026-07-08T11:23:46Z</dcterms:modified>
</cp:coreProperties>
</file>