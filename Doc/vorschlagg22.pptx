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71" r:id="rId4"/>
    <p:sldId id="258" r:id="rId5"/>
    <p:sldId id="269" r:id="rId6"/>
    <p:sldId id="270" r:id="rId7"/>
    <p:sldId id="259" r:id="rId8"/>
    <p:sldId id="261" r:id="rId9"/>
    <p:sldId id="265" r:id="rId10"/>
    <p:sldId id="264" r:id="rId11"/>
    <p:sldId id="266" r:id="rId12"/>
    <p:sldId id="267" r:id="rId13"/>
    <p:sldId id="262" r:id="rId14"/>
    <p:sldId id="263" r:id="rId15"/>
    <p:sldId id="268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6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23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4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68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1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560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266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87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00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73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792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15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214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086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5121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36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83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10D157EF-77CA-5693-E0D0-C536F2C9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553" y="685801"/>
            <a:ext cx="9538447" cy="4572000"/>
          </a:xfrm>
        </p:spPr>
        <p:txBody>
          <a:bodyPr>
            <a:normAutofit/>
          </a:bodyPr>
          <a:lstStyle/>
          <a:p>
            <a:pPr algn="l"/>
            <a:r>
              <a:rPr lang="de-DE" sz="2400" b="1" dirty="0">
                <a:solidFill>
                  <a:schemeClr val="tx1"/>
                </a:solidFill>
              </a:rPr>
              <a:t>Projekt: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de-DE" sz="2400" dirty="0">
              <a:solidFill>
                <a:schemeClr val="tx1"/>
              </a:solidFill>
            </a:endParaRPr>
          </a:p>
          <a:p>
            <a:pPr algn="ctr"/>
            <a:r>
              <a:rPr lang="de-DE" sz="4400" dirty="0">
                <a:solidFill>
                  <a:schemeClr val="tx1"/>
                </a:solidFill>
              </a:rPr>
              <a:t>Budget Management System </a:t>
            </a:r>
          </a:p>
          <a:p>
            <a:pPr algn="l"/>
            <a:endParaRPr lang="de-DE" dirty="0"/>
          </a:p>
          <a:p>
            <a:pPr algn="l"/>
            <a:endParaRPr lang="de-DE" dirty="0">
              <a:effectLst/>
            </a:endParaRPr>
          </a:p>
          <a:p>
            <a:pPr algn="l"/>
            <a:r>
              <a:rPr lang="de-DE" b="1" dirty="0">
                <a:effectLst/>
              </a:rPr>
              <a:t>Erstellt von:</a:t>
            </a:r>
            <a:r>
              <a:rPr lang="de-DE" dirty="0">
                <a:effectLst/>
              </a:rPr>
              <a:t> </a:t>
            </a:r>
          </a:p>
          <a:p>
            <a:pPr algn="l"/>
            <a:endParaRPr lang="de-DE" dirty="0">
              <a:effectLst/>
            </a:endParaRPr>
          </a:p>
          <a:p>
            <a:pPr algn="l"/>
            <a:r>
              <a:rPr lang="de-DE" b="1" dirty="0"/>
              <a:t>Datum:</a:t>
            </a:r>
            <a:r>
              <a:rPr lang="de-DE" dirty="0"/>
              <a:t> 7.7.207</a:t>
            </a:r>
          </a:p>
          <a:p>
            <a:pPr algn="l"/>
            <a:endParaRPr lang="de-DE" b="1" dirty="0">
              <a:effectLst/>
            </a:endParaRPr>
          </a:p>
          <a:p>
            <a:pPr algn="l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451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E65859-C48E-E332-35C1-A06ED8B0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Einleitung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D9A261-2A7E-ED0F-BA48-D1B6145A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Projektumfeld:</a:t>
            </a:r>
            <a:r>
              <a:rPr lang="de-DE" dirty="0">
                <a:effectLst/>
              </a:rPr>
              <a:t> Umschulung Fachinformatik / Datenbanken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Projektauslöser:</a:t>
            </a:r>
            <a:r>
              <a:rPr lang="de-DE" dirty="0">
                <a:effectLst/>
              </a:rPr>
              <a:t> Bedarf an transparenter Finanzverwaltung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Projektziel:</a:t>
            </a:r>
            <a:r>
              <a:rPr lang="de-DE" dirty="0">
                <a:effectLst/>
              </a:rPr>
              <a:t> Strukturierte Datenbank zur Verwaltung von Familie, Konten &amp; Transaktionen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156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48DB6-8909-DD5C-34D6-66B2C2D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60BE15-D6CF-DB2B-6712-4C319FDBC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Entwicklung einer relationalen Datenbank zur Verwaltung persönlicher Finanzen </a:t>
            </a:r>
          </a:p>
          <a:p>
            <a:r>
              <a:rPr lang="de-DE" dirty="0"/>
              <a:t>Speicherung von Benutzern, Konten und Transaktionen </a:t>
            </a:r>
          </a:p>
          <a:p>
            <a:r>
              <a:rPr lang="de-DE" dirty="0"/>
              <a:t>Strukturierte Verwaltung von Einnahmen und Ausgaben </a:t>
            </a:r>
          </a:p>
          <a:p>
            <a:r>
              <a:rPr lang="de-DE" dirty="0"/>
              <a:t>Analyse der Finanzdaten mit SQL (SELECT und JOIN) </a:t>
            </a:r>
          </a:p>
          <a:p>
            <a:r>
              <a:rPr lang="de-DE" dirty="0"/>
              <a:t>Verwendung von Primär- und Fremdschlüsseln zur Sicherstellung der Datenbeziehungen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119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18BBD-8D69-C787-46F2-5A1D1E10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Planung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814214-B52D-23E3-1928-75B92DE1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Zeitplanung:</a:t>
            </a:r>
            <a:r>
              <a:rPr lang="de-DE" dirty="0">
                <a:effectLst/>
              </a:rPr>
              <a:t> Analyse, Entwurf, Implementierung, Tests, Dokumentation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IST‑Analyse:</a:t>
            </a:r>
            <a:r>
              <a:rPr lang="de-DE" dirty="0">
                <a:effectLst/>
              </a:rPr>
              <a:t> Keine vorhandene Struktur, manuelle Verwaltung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SOLL‑Konzept:</a:t>
            </a:r>
            <a:r>
              <a:rPr lang="de-DE" dirty="0">
                <a:effectLst/>
              </a:rPr>
              <a:t> Klare Entitäten &amp; Beziehungen, Erweiterbarkeit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534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6786E4-CF86-291D-30B7-9F92F5AB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Zeitplanung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28C0590-E3E6-98DC-DB97-44D7593211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863" y="2318226"/>
          <a:ext cx="8596312" cy="356616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69819742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9355262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Beschreibung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6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Analyse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Anforderungen sammeln und Projektziel definieren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784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Entwurf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ER-Diagramm und Tabellenstruktur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49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Implementierung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Datenbank und Tabellen mit SQL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85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Testdaten einfügen und SQL-Abfragen überprüfen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38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Dokumentation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Präsentation und Projektdokumentation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68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28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B47E23-89AA-C787-1763-B9FEADBE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19667"/>
            <a:ext cx="8596668" cy="5321695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IST-Analyse</a:t>
            </a:r>
          </a:p>
          <a:p>
            <a:r>
              <a:rPr lang="de-DE" dirty="0"/>
              <a:t>Vor dem Projekt gab es keine strukturierte Datenbank zur Verwaltung der Finanzdaten. Einnahmen und Ausgaben wurden manuell oder in einfachen Tabellen erfasst. Dadurch war die Auswertung zeitaufwendig und fehleranfällig.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dirty="0"/>
              <a:t>SOLL-Konzept</a:t>
            </a:r>
          </a:p>
          <a:p>
            <a:r>
              <a:rPr lang="de-DE" dirty="0"/>
              <a:t>Es wird eine relationale Datenbank entwickelt, die Benutzer, Konten, Transaktionen, Kategorien und Transferarten miteinander verknüpft. Durch Primär- und Fremdschlüssel werden die Daten konsistent gespeichert. Das System ist übersichtlich aufgebaut und kann später um weitere Funktionen, wie Budgetplanung oder Berichte, erweitert werden.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552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989C0A-1945-2090-7D94-42215BF2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Entwurf der Datenbank</a:t>
            </a:r>
            <a:br>
              <a:rPr lang="de-DE" b="1" dirty="0"/>
            </a:b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F8C531-79F1-DF5A-B384-94A2967A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ER‑Modell</a:t>
            </a:r>
          </a:p>
          <a:p>
            <a:r>
              <a:rPr lang="de-DE" b="1" dirty="0"/>
              <a:t>Relation-Model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Entitäten:</a:t>
            </a:r>
          </a:p>
          <a:p>
            <a:r>
              <a:rPr lang="de-DE" b="1" dirty="0">
                <a:effectLst/>
              </a:rPr>
              <a:t>Benutzer</a:t>
            </a:r>
            <a:r>
              <a:rPr lang="de-DE" dirty="0">
                <a:effectLst/>
              </a:rPr>
              <a:t> – Personen</a:t>
            </a:r>
            <a:endParaRPr lang="de-DE" dirty="0"/>
          </a:p>
          <a:p>
            <a:r>
              <a:rPr lang="de-DE" b="1" dirty="0">
                <a:effectLst/>
              </a:rPr>
              <a:t>Konto</a:t>
            </a:r>
            <a:r>
              <a:rPr lang="de-DE" dirty="0">
                <a:effectLst/>
              </a:rPr>
              <a:t> – Finanzkonten</a:t>
            </a:r>
            <a:endParaRPr lang="de-DE" dirty="0"/>
          </a:p>
          <a:p>
            <a:r>
              <a:rPr lang="de-DE" b="1" dirty="0" err="1">
                <a:effectLst/>
              </a:rPr>
              <a:t>Ben_Konto</a:t>
            </a:r>
            <a:r>
              <a:rPr lang="de-DE" dirty="0">
                <a:effectLst/>
              </a:rPr>
              <a:t> – Zuordnung Benutzer ↔ Konto</a:t>
            </a:r>
            <a:endParaRPr lang="de-DE" dirty="0"/>
          </a:p>
          <a:p>
            <a:r>
              <a:rPr lang="de-DE" b="1" dirty="0">
                <a:effectLst/>
              </a:rPr>
              <a:t>Transaktion</a:t>
            </a:r>
            <a:r>
              <a:rPr lang="de-DE" dirty="0">
                <a:effectLst/>
              </a:rPr>
              <a:t> – Buchungen</a:t>
            </a:r>
            <a:endParaRPr lang="de-DE" dirty="0"/>
          </a:p>
          <a:p>
            <a:r>
              <a:rPr lang="de-DE" b="1" dirty="0" err="1">
                <a:effectLst/>
              </a:rPr>
              <a:t>Art_transf</a:t>
            </a:r>
            <a:r>
              <a:rPr lang="de-DE" dirty="0">
                <a:effectLst/>
              </a:rPr>
              <a:t> – Art der Transaktion</a:t>
            </a:r>
            <a:endParaRPr lang="de-DE" dirty="0"/>
          </a:p>
          <a:p>
            <a:r>
              <a:rPr lang="de-DE" b="1" dirty="0">
                <a:effectLst/>
              </a:rPr>
              <a:t>Kategorie</a:t>
            </a:r>
            <a:r>
              <a:rPr lang="de-DE" dirty="0">
                <a:effectLst/>
              </a:rPr>
              <a:t> – Klassifizierung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688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C4C25-FC74-FE40-57A0-4724C5E3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Durchführung: </a:t>
            </a:r>
            <a:r>
              <a:rPr lang="de-DE" b="1" dirty="0">
                <a:highlight>
                  <a:srgbClr val="FF0000"/>
                </a:highlight>
              </a:rPr>
              <a:t>ich glaube braucht nicht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573440-ACF1-3751-ED6A-FCD5D159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Entwurf:</a:t>
            </a:r>
            <a:r>
              <a:rPr lang="de-DE" dirty="0">
                <a:effectLst/>
              </a:rPr>
              <a:t> Erstellung des ER‑Modells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Implementierung:</a:t>
            </a:r>
            <a:r>
              <a:rPr lang="de-DE" dirty="0">
                <a:effectLst/>
              </a:rPr>
              <a:t> SQL‑Tabellen, Fremdschlüssel, Datentypen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Tests:</a:t>
            </a:r>
            <a:r>
              <a:rPr lang="de-DE" dirty="0">
                <a:effectLst/>
              </a:rPr>
              <a:t> Einfügen von Testdaten, Prüfung der Beziehungen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Probleme &amp; Lösungen:</a:t>
            </a:r>
            <a:r>
              <a:rPr lang="de-DE" dirty="0">
                <a:effectLst/>
              </a:rPr>
              <a:t> n:m‑Beziehungen, Kategorisierung, Transaktionsarten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39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4FEFE-59F5-DD80-43D0-A9B9C78D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Relation-Model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27C916E-E282-87B5-33E9-15CAE200F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264" y="2160588"/>
            <a:ext cx="396950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64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FECC5E-069A-6771-42BA-044FEBBD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ER‑Modell</a:t>
            </a:r>
            <a:endParaRPr lang="de-DE" dirty="0"/>
          </a:p>
        </p:txBody>
      </p:sp>
      <p:pic>
        <p:nvPicPr>
          <p:cNvPr id="4" name="Inhaltsplatzhalter 3" descr="budget_relmodell.png">
            <a:extLst>
              <a:ext uri="{FF2B5EF4-FFF2-40B4-BE49-F238E27FC236}">
                <a16:creationId xmlns:a16="http://schemas.microsoft.com/office/drawing/2014/main" id="{F4474953-C720-7D09-99B8-E965AE0AB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977" y="1798265"/>
            <a:ext cx="58066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7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DF19F-562A-A361-1038-8C9FBF69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9A63B4-B01B-FA71-C23A-92D3F9076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SQL-Tabellen erstellen </a:t>
            </a:r>
          </a:p>
          <a:p>
            <a:r>
              <a:rPr lang="de-DE" dirty="0"/>
              <a:t>Primärschlüssel definieren </a:t>
            </a:r>
          </a:p>
          <a:p>
            <a:r>
              <a:rPr lang="de-DE" dirty="0"/>
              <a:t>Fremdschlüssel definieren </a:t>
            </a:r>
          </a:p>
          <a:p>
            <a:r>
              <a:rPr lang="de-DE" dirty="0"/>
              <a:t>Datentypen festlegen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8734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2A34D-23C2-69D9-B10E-607C2A73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Tests und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844ADD-3D97-1943-5983-6A5B0BA80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Testdaten einfügen </a:t>
            </a:r>
          </a:p>
          <a:p>
            <a:r>
              <a:rPr lang="de-DE" dirty="0"/>
              <a:t>Beziehungen prüfen </a:t>
            </a:r>
          </a:p>
          <a:p>
            <a:r>
              <a:rPr lang="de-DE" dirty="0"/>
              <a:t>SELECT- und JOIN-Abfragen ausführen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21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26E3D-40C8-FE98-74EB-B2676785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Abschluss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50BB43-3080-C3B9-A427-C9711C4A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Zeitvergleich:</a:t>
            </a:r>
            <a:r>
              <a:rPr lang="de-DE" dirty="0">
                <a:effectLst/>
              </a:rPr>
              <a:t> Planung weitgehend eingehalten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Fazit:</a:t>
            </a:r>
            <a:r>
              <a:rPr lang="de-DE" dirty="0">
                <a:effectLst/>
              </a:rPr>
              <a:t> Funktionales, erweiterbares Datenbankmodell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Ausblick:</a:t>
            </a:r>
            <a:r>
              <a:rPr lang="de-DE" dirty="0">
                <a:effectLst/>
              </a:rPr>
              <a:t> Budgetplanung, Statistiken, Web‑Frontend möglich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0010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9FBAA6-92B9-0023-B7D7-7C8C65DE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 und Lösungen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5B058-8746-DEA7-5160-784453CF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n:m-Beziehung:</a:t>
            </a:r>
            <a:br>
              <a:rPr lang="de-DE" dirty="0"/>
            </a:br>
            <a:r>
              <a:rPr lang="de-DE" dirty="0"/>
              <a:t>Lösung: Zwischentabelle </a:t>
            </a:r>
            <a:r>
              <a:rPr lang="de-DE" dirty="0" err="1"/>
              <a:t>Benutzer_Konto</a:t>
            </a:r>
            <a:r>
              <a:rPr lang="de-DE" dirty="0"/>
              <a:t> erstellt 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Kategorisierung der Transaktionen:</a:t>
            </a:r>
            <a:br>
              <a:rPr lang="de-DE" dirty="0"/>
            </a:br>
            <a:r>
              <a:rPr lang="de-DE" dirty="0"/>
              <a:t>Lösung: Tabelle Kategorie erstellt 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Unterscheidung der Transaktionsarten:</a:t>
            </a:r>
            <a:br>
              <a:rPr lang="de-DE" dirty="0"/>
            </a:br>
            <a:r>
              <a:rPr lang="de-DE" dirty="0"/>
              <a:t>Lösung: Tabelle </a:t>
            </a:r>
            <a:r>
              <a:rPr lang="de-DE" dirty="0" err="1"/>
              <a:t>Art_Transfer</a:t>
            </a:r>
            <a:r>
              <a:rPr lang="de-DE" dirty="0"/>
              <a:t> für Einnahmen und Ausgaben erstellt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593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93015-09B0-48A3-8785-3013CECC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631267"/>
          </a:xfrm>
        </p:spPr>
        <p:txBody>
          <a:bodyPr>
            <a:normAutofit fontScale="90000"/>
          </a:bodyPr>
          <a:lstStyle/>
          <a:p>
            <a:pPr algn="ctr"/>
            <a:r>
              <a:rPr lang="de-DE" sz="8000" dirty="0"/>
              <a:t>Vielen Dank </a:t>
            </a:r>
            <a:br>
              <a:rPr lang="de-DE" sz="8000" dirty="0"/>
            </a:br>
            <a:r>
              <a:rPr lang="de-DE" sz="8000" dirty="0"/>
              <a:t>für </a:t>
            </a:r>
            <a:br>
              <a:rPr lang="de-DE" sz="8000" dirty="0"/>
            </a:br>
            <a:r>
              <a:rPr lang="de-DE" sz="8000" dirty="0"/>
              <a:t>ihre Aufmerksam</a:t>
            </a:r>
            <a:br>
              <a:rPr lang="de-DE" sz="8000" dirty="0"/>
            </a:br>
            <a:endParaRPr lang="de-DE" sz="8000" dirty="0"/>
          </a:p>
        </p:txBody>
      </p:sp>
    </p:spTree>
    <p:extLst>
      <p:ext uri="{BB962C8B-B14F-4D97-AF65-F5344CB8AC3E}">
        <p14:creationId xmlns:p14="http://schemas.microsoft.com/office/powerpoint/2010/main" val="108885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AB01E-C466-8CB1-E251-1266179E3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F9FFA3-E3F9-3BAF-C660-C9A923E4A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8977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400</Words>
  <Application>Microsoft Office PowerPoint</Application>
  <PresentationFormat>Breitbild</PresentationFormat>
  <Paragraphs>86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Facette</vt:lpstr>
      <vt:lpstr>PowerPoint-Präsentation</vt:lpstr>
      <vt:lpstr>Einleitung</vt:lpstr>
      <vt:lpstr>PowerPoint-Präsentation</vt:lpstr>
      <vt:lpstr>Planung</vt:lpstr>
      <vt:lpstr>Zeitplanung</vt:lpstr>
      <vt:lpstr>PowerPoint-Präsentation</vt:lpstr>
      <vt:lpstr>Entwurf der Datenbank </vt:lpstr>
      <vt:lpstr>Durchführung: ich glaube braucht nicht</vt:lpstr>
      <vt:lpstr>Relation-Model</vt:lpstr>
      <vt:lpstr>ER‑Modell</vt:lpstr>
      <vt:lpstr>Implementierung</vt:lpstr>
      <vt:lpstr>Tests und Ergebnisse</vt:lpstr>
      <vt:lpstr>Abschluss</vt:lpstr>
      <vt:lpstr>Probleme und Lösungen</vt:lpstr>
      <vt:lpstr>Vielen Dank  für  ihre Aufmerksam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Tesfaledet Yemane Kifle</dc:creator>
  <cp:lastModifiedBy>Maryam Ghafouri</cp:lastModifiedBy>
  <cp:revision>4</cp:revision>
  <dcterms:created xsi:type="dcterms:W3CDTF">2026-07-08T10:56:07Z</dcterms:created>
  <dcterms:modified xsi:type="dcterms:W3CDTF">2026-07-08T13:18:42Z</dcterms:modified>
</cp:coreProperties>
</file>